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261BA-93A1-1CD6-D996-E3808A4C7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383CC-1396-8C69-F928-31F4DB7E3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6C3C-E7A8-00D6-60F8-CA71C40DB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1DF-21F9-4DFB-9614-C171441BC5D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A04BA-B062-82C7-5FEC-F92BCCE63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635FB-34E1-4E99-1BC9-C683EEA91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B508-12FF-43DC-ACC9-6E5D3B7C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64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1938A-5616-D89B-B837-B91972C47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0925A-5629-FCE7-BDF1-B29FC63B4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15799-7409-BE3C-5168-D0059808C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1DF-21F9-4DFB-9614-C171441BC5D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27A02-C206-3E3C-F462-8B5B5C8E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60B75-AA09-78FC-86B8-9345B0E55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B508-12FF-43DC-ACC9-6E5D3B7C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73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CACF2-59EF-B457-9AB7-206CF1E3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82AF2-0C67-209F-5F5B-4617064D7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5E516-96B7-1927-949E-2B31BFC06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1DF-21F9-4DFB-9614-C171441BC5D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842DC-25B6-48AF-250E-725E5122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717FD-05C6-540B-7394-91E19A9C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B508-12FF-43DC-ACC9-6E5D3B7C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929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0C777-0287-D8A2-EE31-61250220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6A7DD-D513-A682-71CA-FCD8C7243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E5873-CC99-11E2-154E-CEB806414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AB5FC-9DEC-4DD3-CF89-8B32ABB0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1DF-21F9-4DFB-9614-C171441BC5D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67F52-9C18-1336-D324-4C881480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C278B-E1EF-31C9-178A-F7386EB2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B508-12FF-43DC-ACC9-6E5D3B7C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62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51843-80C0-AA8A-7CAE-7636D561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35EF9-7C91-85B7-0905-86CCF4769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80FE0C-55AC-B48A-ED16-AB5BB5C142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66E7E-C268-D27A-5BE5-A7EF8CBBC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D427AB-FA44-4599-45BC-096379B4D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804A7D-ED43-F1F6-05E4-7E816FF28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1DF-21F9-4DFB-9614-C171441BC5D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34F9EC-6255-2895-9464-E2743FEF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069EB-A34C-BC74-B2CE-75B13C66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B508-12FF-43DC-ACC9-6E5D3B7C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32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61EA2-CA8C-4CA7-AD81-DFEC70E67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6F4A91-9C38-0BEC-A804-A7763114B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1DF-21F9-4DFB-9614-C171441BC5D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73567-2F7B-32EB-096E-8DBD0CA33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C80DB-F189-CD8E-A449-DA2D8B34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B508-12FF-43DC-ACC9-6E5D3B7C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353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7D1F7-C677-C653-E0D3-A33A3FBC8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1DF-21F9-4DFB-9614-C171441BC5D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757E6-0428-62F9-9477-0A78236CB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AC29E-BC43-EBF4-AC5E-C90945582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B508-12FF-43DC-ACC9-6E5D3B7C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88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DAB43-7F5B-7DAE-A548-8F7A479C2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194FD-E569-F102-A931-18C466C77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F97B1-4A42-E7C9-BE69-432D2ECF4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AC23B4-204A-4C8F-4345-27C3EA0D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1DF-21F9-4DFB-9614-C171441BC5D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E9935-61EA-C63E-85D3-B87D971E9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0BC34-822A-B3F0-E48C-499A3BAE7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B508-12FF-43DC-ACC9-6E5D3B7C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00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B8A1-A2CC-EC9C-F558-1A1EDB1D4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5E191A-D284-7C36-C9C2-6BFCA37927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D01BA-01AF-FF40-9723-6CA1B541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7C5793-E9A5-839B-E034-FDDE432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1DF-21F9-4DFB-9614-C171441BC5D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42D39-2E32-1256-4644-053C34416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2AE6F-B6BE-E048-8D78-D5823C3A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B508-12FF-43DC-ACC9-6E5D3B7C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98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52F20-297D-4486-9CFD-5B5D393DE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78952-EF7A-F9F4-F992-747B83FB94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7D2AD-AAEA-AA16-433D-9C9042B0C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1DF-21F9-4DFB-9614-C171441BC5D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CADFE-924B-C793-77C9-2E743853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3BA7F-EE39-63B6-0720-2BA8A08CE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B508-12FF-43DC-ACC9-6E5D3B7C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86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AAE04-065E-603F-1834-D64E0BB67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676CB-72B8-2CDD-B34D-A0F895420F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E9342-0BD1-F7BC-4A09-90AC6659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B91DF-21F9-4DFB-9614-C171441BC5D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855E6-1CDC-FADD-5E0E-72E6639C3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02704-3B03-92F8-A69C-0546EDA03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6B508-12FF-43DC-ACC9-6E5D3B7C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61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4DE60B-D1AB-06A9-FAE7-3635F82C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76F52-8703-FCC6-D8E0-FAC91D33C4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8F267-EA98-7DE1-4C3A-A3EB982D8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BB91DF-21F9-4DFB-9614-C171441BC5D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19DB9-3C1D-0827-683A-9A1E5EAAD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5E3FD-6FD8-8454-D343-64DE731D5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6B508-12FF-43DC-ACC9-6E5D3B7C3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39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C9AAA-C182-DF0E-6ABF-D9EA4A26F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9047" y="1666240"/>
            <a:ext cx="10412361" cy="2387600"/>
          </a:xfrm>
        </p:spPr>
        <p:txBody>
          <a:bodyPr>
            <a:normAutofit/>
          </a:bodyPr>
          <a:lstStyle/>
          <a:p>
            <a:r>
              <a:rPr lang="en-IN" sz="5000" b="1" dirty="0"/>
              <a:t>Precision UI Hybrid Automation Framework Architecture Diagram</a:t>
            </a:r>
            <a:endParaRPr 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444991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635C0-BDD7-E370-F683-E60A683D0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36" y="1530658"/>
            <a:ext cx="10515600" cy="461450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Test Scripts (Test Cases)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Test Data (JSON Data Sets)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Page Object Repository (UI Elements)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Configuration Files (Properties)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Precision UI Hybrid Automation Framework Core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Test Execution (TestNG XML)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Reporting &amp; Analysis (Test Reports &amp; Screenshots)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Test Environment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Version Control (Git)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770C773-4F5A-1B25-E3B5-8400020E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6401" y="0"/>
            <a:ext cx="4372211" cy="1149340"/>
          </a:xfrm>
        </p:spPr>
        <p:txBody>
          <a:bodyPr/>
          <a:lstStyle/>
          <a:p>
            <a:r>
              <a:rPr b="1" dirty="0"/>
              <a:t>Key Components</a:t>
            </a:r>
          </a:p>
        </p:txBody>
      </p:sp>
    </p:spTree>
    <p:extLst>
      <p:ext uri="{BB962C8B-B14F-4D97-AF65-F5344CB8AC3E}">
        <p14:creationId xmlns:p14="http://schemas.microsoft.com/office/powerpoint/2010/main" val="350932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E2FE5-1BCB-F4C1-4686-6604EC498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01388C-F12A-D55F-06B3-01F8E0F89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073" y="380575"/>
            <a:ext cx="8428143" cy="608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719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71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Precision UI Hybrid Automation Framework Architecture Diagram</vt:lpstr>
      <vt:lpstr>Key Components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Yetaboina Pavani</dc:creator>
  <cp:lastModifiedBy>Yetaboina Pavani</cp:lastModifiedBy>
  <cp:revision>1</cp:revision>
  <dcterms:created xsi:type="dcterms:W3CDTF">2026-04-20T09:48:05Z</dcterms:created>
  <dcterms:modified xsi:type="dcterms:W3CDTF">2026-04-20T10:02:41Z</dcterms:modified>
</cp:coreProperties>
</file>